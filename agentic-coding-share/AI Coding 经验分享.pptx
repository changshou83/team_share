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大家好，非常荣幸能在这里和大家分享一些我在AI辅助编程方面的经验和心得。希望通过今天的分享，能给大家带来一些帮助。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本次分享将分为三个部分。首先，我会介绍Claude官方推荐的AI编程工作流以及我个人总结的工作流。接着，我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会分享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我在使用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开发工具时的实际使用体验</a:t>
            </a:r>
            <a:r>
              <a:rPr lang="en-US" sz="1400" b="0" i="0" u="none" strike="noStrike">
                <a:solidFill>
                  <a:srgbClr val="000000"/>
                </a:solidFill>
              </a:rPr>
              <a:t>。最后，我会分享一些在实际使用过程中需要注意的事项和实用技巧。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首先我们来看一下官方推荐的工作流，它分为四个步骤：探索、规划、编码和提交。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我的理解是在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生成代码前，先与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确定好程序设计部分，然后再让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去执行，并且在生成一版可运行的代码后提交到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Git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进行保存，避免后续变更破坏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已经做好的功能。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在实际工作中，</a:t>
            </a:r>
            <a:r>
              <a:rPr lang="en-US" sz="1400" b="0" i="0" u="none" strike="noStrike">
                <a:solidFill>
                  <a:srgbClr val="000000"/>
                </a:solidFill>
              </a:rPr>
              <a:t>我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将官方的工作流与我自己的工作方式进行融合，总结了两个常见的工作流</a:t>
            </a:r>
            <a:r>
              <a:rPr lang="en-US" sz="1400" b="0" i="0" u="none" strike="noStrike">
                <a:solidFill>
                  <a:srgbClr val="000000"/>
                </a:solidFill>
              </a:rPr>
              <a:t>。在UI生成方面，我利用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部门内部的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Pixos Spec Skill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配合</a:t>
            </a:r>
            <a:r>
              <a:rPr lang="en-US" sz="1400" b="0" i="0" u="none" strike="noStrike">
                <a:solidFill>
                  <a:srgbClr val="000000"/>
                </a:solidFill>
              </a:rPr>
              <a:t>Pixso的MCP能力快速生成初稿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，后续再对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生成的代码根据需求进行调整</a:t>
            </a:r>
            <a:r>
              <a:rPr lang="en-US" sz="1400" b="0" i="0" u="none" strike="noStrike">
                <a:solidFill>
                  <a:srgbClr val="000000"/>
                </a:solidFill>
              </a:rPr>
              <a:t>，并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且如果多次调整依然不符合预期，我就会改为手动实现</a:t>
            </a:r>
            <a:r>
              <a:rPr lang="en-US" sz="1400" b="0" i="0" u="none" strike="noStrike">
                <a:solidFill>
                  <a:srgbClr val="000000"/>
                </a:solidFill>
              </a:rPr>
              <a:t>，避免浪费时间。在功能实现上，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对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整块</a:t>
            </a:r>
            <a:r>
              <a:rPr lang="en-US" sz="1400" b="0" i="0" u="none" strike="noStrike">
                <a:solidFill>
                  <a:srgbClr val="000000"/>
                </a:solidFill>
              </a:rPr>
              <a:t>功能开启新对话以保持干净的上下文，并使用Plan Mode将需求拆解为可执行指令，这能显著提升AI一次完成任务的成功率。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这里是一个我用于生成展示端页面的详细Prompt示例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，包含我需要用到的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Skill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，写在哪里，设计稿的链接，以及具体的功能描述</a:t>
            </a:r>
            <a:r>
              <a:rPr lang="en-US" sz="1400" b="0" i="0" u="none" strike="noStrike">
                <a:solidFill>
                  <a:srgbClr val="000000"/>
                </a:solidFill>
              </a:rPr>
              <a:t>。通过将宏观需求分解为具体的、可执行的规则，并提供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相关的</a:t>
            </a:r>
            <a:r>
              <a:rPr lang="en-US" sz="1400" b="0" i="0" u="none" strike="noStrike">
                <a:solidFill>
                  <a:srgbClr val="000000"/>
                </a:solidFill>
              </a:rPr>
              <a:t>上下文信息，可以显著提高AI一次完成任务的成功率。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接下来，我想分享一下我对几款主流AI开发工具的实际使用感受。Cursor的优势在于整合和可控性，让你在一个工具里就能完成大部分工作。Claude Code则以其简洁的命令行操作和清晰的执行流程取胜。而Codex App在并行处理任务方面表现出色，但受限于上下文窗口大小。总的来说，我的最大感受是：模型本身的能力决定了我们能达到的最低水平，而我们提供给AI的上下文质量，则决定了最终能达到的高度。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首先是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生成方面的注意事项。《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直接读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吧》。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代码质量，AI生成的代码也需要我们进行严格的把控。核心原则包括：优先复用项目现有代码，避免重复造轮子；优雅地处理边界情况；保持代码的简单直观，不过度设计；以及让代码本身成为最好的文档，及时清理冗余代码，并写好注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最后，还有两个小建议。第一，要保持对话上下文的干净，不同的任务开启新的对话，这样可以避免AI混淆。第二，也要保持我们自己的专注，建议同时处理的AI对话不要太多，这样能更高效地完成工作。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我的分享到此结束，非常感谢大家的聆听。希望这些经验能对大家有所帮助，谢谢！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762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Coding 经验分享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524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分享人：谢唯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2026.06.01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32000" y="7366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69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官方推荐的工作流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与我的工作流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241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68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AI开发工具使用体验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469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工具的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使用体验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82000" y="241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68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使用过程中的注意事项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69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UI生成、代码质量优化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与其他避坑技巧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官方推荐的工作流：Explore → Plan → Code → Commit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540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476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Explore + Plan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35560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在开始编码前，使用 Plan Mode 与模型进行深入对话，充分交换意见。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核心目标：共同确定一个清晰、逻辑严密且具备可行性的修改方案，或完整的技术实现路径。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540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476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Code + Commit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35560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让 AI Agent（智能体）严格按照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确定好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的方案进行代码生成。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由开发人员对生成的代码进行最终审查和质量验收，确认无误后提交到 Git 仓库，开启下一个迭代。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我的工作流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70000" y="1778000"/>
            <a:ext cx="4826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22500" y="21590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UI 生成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921000"/>
            <a:ext cx="406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▍流程与原则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第一步：生成初稿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Pixso MCP 读取设计稿链接，结合功能描述，快速生成页面UI代码。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第二步：微调优化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基于AI产出的初步效果进行细节打磨和逻辑修正。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效率原则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若调整3次仍不达预期，立即切换至手写模式，避免陷入低效的人机“拉锯战”。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778000"/>
            <a:ext cx="4826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159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02500" y="21590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功能实现策略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2921000"/>
            <a:ext cx="406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▍核心技巧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Context Isolation (隔离上下文)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面对大型功能模块，建议创建独立的对话窗口，避免历史对话干扰当前逻辑，保持思考环境的纯粹。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14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 Mode (规划模式)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主动将宏观需求拆解为一系列具体、可执行的技术指令。这能显著降低AI的理解成本，大幅提升代码“一次性通过率”。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push dir="u"/>
      </p:transition>
    </mc:Choice>
    <mc:Fallback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Prompt实战示例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4318000"/>
          </a:xfrm>
          <a:prstGeom prst="roundRect">
            <a:avLst>
              <a:gd name="adj" fmla="val 4705"/>
            </a:avLst>
          </a:prstGeom>
          <a:solidFill>
            <a:srgbClr val="1F2937">
              <a:alpha val="96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177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31900" y="19177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11300" y="19177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032000" y="1854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task-spec.md — VS Code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413000"/>
            <a:ext cx="10160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需要使用的Skill：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（1）/frontend-c-dev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（2）/pixso-design-spec</a:t>
            </a: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
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在 @src/page/member/new_voucher_center/index/views/SingleVIP.vue 中实现单品会员页面，</a:t>
            </a: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
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设计稿链接：https://pixso.cn/app/design/9bSv0Q1TtZdH0jHjx2NStg?item-id=499:2641。</a:t>
            </a: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
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功能要求：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（1）上方展示热门单品会员，取会员列表前四个即可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（2）所有单品会员按照套餐内第一个产品的所在分类，分别展示科研工具、数据中心的会员。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（3）会员卡片展示与上一版本一样（可参考 voucher_center/index/index.vue ），均展示...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（4）点击会员对比请求接口：/member/authentication/getCompareMemberTypeCode，根据返回值中的...。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（5）列表数据通过member/authentication/searchMemberTypeDetail获取，返回值中的...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（6）立即购买按钮的颜色有四种，#3070F4、#1DB35C、#38AFFF、#FF963B。按照3:3:2:2的比例展示</a:t>
            </a:r>
            <a:endParaRPr lang="en-US" sz="12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push dir="u"/>
      </p:transition>
    </mc:Choice>
    <mc:Fallback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AI开发工具使用体验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355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79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41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Cursor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我的体验：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切模型很方便，可以让好的模型规划，差一些的模型执行。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可以是否应用模型的修改。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•可以在一个工具里完成开发工作，不需要再另外开别的工具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短板：</a:t>
            </a:r>
            <a:endParaRPr lang="en-US" sz="1400" b="1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综合智能略逊于Claude Code/Codex。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355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879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16500" y="1841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 Code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413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我的体验：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我使用的是DeepSeek V4，处理简单开发任务表现不错。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执行逻辑清晰，便于开发者理解与介入。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直接开一个命令行就能用，很方便。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</a:p>
          <a:p>
            <a:pPr marL="0"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短板：</a:t>
            </a:r>
            <a:endParaRPr lang="en-US" sz="1400" b="1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用的不多，暂未发现明显短板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355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1879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1841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Codex App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413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我的体验：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我使用的是GPT 5.4/5.5 high，执行中等难度的任务时，表现不错。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并行执行任务体验较好，不像Claude Code还需要再开一个命令行。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短板：</a:t>
            </a:r>
            <a:endParaRPr lang="en-US" sz="1400" b="1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上下文窗口受限(约258K)，运行长任务的时候容易触发上下文自动压缩。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最大的感受：模型能力决定下限，上下文质量决定上限。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注意事项（1）：UI生成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413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占位元素策略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556000"/>
            <a:ext cx="444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在生成初稿时，对于图片或图标等需要精确资源的元素，可以先让AI生成占位符（如文字描述）。后续再手动进行切图和替换，这样可以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让生成的代码在布局方面更精确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413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检查样式</a:t>
            </a:r>
            <a:endParaRPr lang="zh-CN" altLang="en-US" sz="2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3556000"/>
            <a:ext cx="444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生成后必须仔细检查UI布局细节：元素大小、颜色值、边距、间距及整体对齐是否符合预期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，通常情况下，生成的样式是准确的，但有时会生成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看似还原，但是有很多细小差别的样式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注意事项（2）：代码质量要求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006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优先复用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92200" y="273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只改动必要的部分，优先复用项目中现有的成熟代码和组件，避免重复造轮子，提升开发效率和系统一致性。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重复造轮子。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2032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006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优雅处理边界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53200" y="273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在架构设计时，力求让边界情况和异常处理自然地融入常规逻辑，避免事后单独打补丁，确保系统健壮性。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4445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419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保持简单直观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92200" y="5143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拒绝过度设计复杂的架构方案，保持代码逻辑的简单和直观性，降低后续的理解、维护与扩展成本。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3200" y="444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4419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代码即文档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53200" y="5143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代码结构清晰，及时清理冗余代码和无用混淆项；遵循团队规范，撰写简明、专业的注释，降低维护门槛。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push dir="u"/>
      </p:transition>
    </mc:Choice>
    <mc:Fallback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注意事项（3）：其他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540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565400"/>
            <a:ext cx="342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保持干净上下文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36830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在与AI的对话中，尽量保持上下文的主题一致，避免主题过于分散导致回答质量下降。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不要将所有问题都堆在一个对话中，对于新任务或不同主题，建议开启新的对话，维持对话的“清洁度”。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540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2565400"/>
            <a:ext cx="342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保持专注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6830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建议同时处理的AI对话数量不超过两个，并尽量保持对话内容的高相关性，这能有效降低因频繁的上下文切换带来的认知负荷与精力消耗，让你在与AI协作时更高效。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push dir="u"/>
      </p:transition>
    </mc:Choice>
    <mc:Fallback>
      <p:transition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46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YmM1ZDk3NjcxNzY5YWEzZDBmMjg3YTVhYTczNjRmYm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2238</Words>
  <Application>WPS 演示</Application>
  <PresentationFormat/>
  <Paragraphs>142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嗯哼？！</cp:lastModifiedBy>
  <cp:revision>3</cp:revision>
  <dcterms:created xsi:type="dcterms:W3CDTF">2026-05-24T06:42:00Z</dcterms:created>
  <dcterms:modified xsi:type="dcterms:W3CDTF">2026-05-24T08:13:31Z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596547F66D664E75A626A348E74FBE4A_12</vt:lpwstr>
  </property>
  <property fmtid="{D5CDD505-2E9C-101B-9397-08002B2CF9AE}" pid="3" name="KSOProductBuildVer">
    <vt:lpwstr>2052-12.1.0.16120</vt:lpwstr>
  </property>
</Properties>
</file>